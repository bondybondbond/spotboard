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3"/>
  </p:notesMasterIdLst>
  <p:sldIdLst>
    <p:sldId id="263" r:id="rId2"/>
  </p:sldIdLst>
  <p:sldSz cx="4191000" cy="266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B4AC"/>
    <a:srgbClr val="1B23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8" autoAdjust="0"/>
    <p:restoredTop sz="94660"/>
  </p:normalViewPr>
  <p:slideViewPr>
    <p:cSldViewPr snapToGrid="0">
      <p:cViewPr>
        <p:scale>
          <a:sx n="200" d="100"/>
          <a:sy n="200" d="100"/>
        </p:scale>
        <p:origin x="14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430A0-7D61-4CBE-B763-0C9A1FF7256B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143000"/>
            <a:ext cx="4848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0B643-54E7-43F2-AB79-EF761B494C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33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1pPr>
    <a:lvl2pPr marL="164582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2pPr>
    <a:lvl3pPr marL="329166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3pPr>
    <a:lvl4pPr marL="493748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4pPr>
    <a:lvl5pPr marL="658332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5pPr>
    <a:lvl6pPr marL="822914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6pPr>
    <a:lvl7pPr marL="987496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7pPr>
    <a:lvl8pPr marL="1152080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8pPr>
    <a:lvl9pPr marL="1316662" algn="l" defTabSz="329166" rtl="0" eaLnBrk="1" latinLnBrk="0" hangingPunct="1">
      <a:defRPr sz="43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B62C-60FE-5751-D9C3-CA4FE790C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5" y="436475"/>
            <a:ext cx="3143250" cy="928511"/>
          </a:xfrm>
        </p:spPr>
        <p:txBody>
          <a:bodyPr anchor="b"/>
          <a:lstStyle>
            <a:lvl1pPr algn="ctr">
              <a:defRPr sz="206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C694E-670E-04DB-85D1-061F145D1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875" y="1400793"/>
            <a:ext cx="3143250" cy="643907"/>
          </a:xfrm>
        </p:spPr>
        <p:txBody>
          <a:bodyPr/>
          <a:lstStyle>
            <a:lvl1pPr marL="0" indent="0" algn="ctr">
              <a:buNone/>
              <a:defRPr sz="825"/>
            </a:lvl1pPr>
            <a:lvl2pPr marL="157185" indent="0" algn="ctr">
              <a:buNone/>
              <a:defRPr sz="688"/>
            </a:lvl2pPr>
            <a:lvl3pPr marL="314371" indent="0" algn="ctr">
              <a:buNone/>
              <a:defRPr sz="619"/>
            </a:lvl3pPr>
            <a:lvl4pPr marL="471556" indent="0" algn="ctr">
              <a:buNone/>
              <a:defRPr sz="550"/>
            </a:lvl4pPr>
            <a:lvl5pPr marL="628741" indent="0" algn="ctr">
              <a:buNone/>
              <a:defRPr sz="550"/>
            </a:lvl5pPr>
            <a:lvl6pPr marL="785927" indent="0" algn="ctr">
              <a:buNone/>
              <a:defRPr sz="550"/>
            </a:lvl6pPr>
            <a:lvl7pPr marL="943112" indent="0" algn="ctr">
              <a:buNone/>
              <a:defRPr sz="550"/>
            </a:lvl7pPr>
            <a:lvl8pPr marL="1100298" indent="0" algn="ctr">
              <a:buNone/>
              <a:defRPr sz="550"/>
            </a:lvl8pPr>
            <a:lvl9pPr marL="1257483" indent="0" algn="ctr">
              <a:buNone/>
              <a:defRPr sz="55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9B187-1972-E964-7F21-C57F475C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767DE-92EF-F2E2-F0B5-A03406BD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D34C8-9591-99D0-677C-E513022BC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5900320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AEC3-710F-C957-BAB0-569C83BF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35F08-4FF9-B28F-A575-E92044D46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514D0-33A1-D3FE-4A68-0EAEA10E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CA132-DD15-D109-6E74-95AD93B4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1C23-E8CA-2C7C-F597-E51EEBA7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473207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CBAB7-9CB1-FA4B-A5EA-3AE3ED15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48" y="664898"/>
            <a:ext cx="3614738" cy="1109398"/>
          </a:xfrm>
        </p:spPr>
        <p:txBody>
          <a:bodyPr anchor="b"/>
          <a:lstStyle>
            <a:lvl1pPr>
              <a:defRPr sz="206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546DA-B95F-905C-854A-73EBF1964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948" y="1784791"/>
            <a:ext cx="3614738" cy="583406"/>
          </a:xfrm>
        </p:spPr>
        <p:txBody>
          <a:bodyPr/>
          <a:lstStyle>
            <a:lvl1pPr marL="0" indent="0">
              <a:buNone/>
              <a:defRPr sz="825">
                <a:solidFill>
                  <a:schemeClr val="tx1">
                    <a:tint val="82000"/>
                  </a:schemeClr>
                </a:solidFill>
              </a:defRPr>
            </a:lvl1pPr>
            <a:lvl2pPr marL="157185" indent="0">
              <a:buNone/>
              <a:defRPr sz="688">
                <a:solidFill>
                  <a:schemeClr val="tx1">
                    <a:tint val="82000"/>
                  </a:schemeClr>
                </a:solidFill>
              </a:defRPr>
            </a:lvl2pPr>
            <a:lvl3pPr marL="314371" indent="0">
              <a:buNone/>
              <a:defRPr sz="619">
                <a:solidFill>
                  <a:schemeClr val="tx1">
                    <a:tint val="82000"/>
                  </a:schemeClr>
                </a:solidFill>
              </a:defRPr>
            </a:lvl3pPr>
            <a:lvl4pPr marL="471556" indent="0">
              <a:buNone/>
              <a:defRPr sz="550">
                <a:solidFill>
                  <a:schemeClr val="tx1">
                    <a:tint val="82000"/>
                  </a:schemeClr>
                </a:solidFill>
              </a:defRPr>
            </a:lvl4pPr>
            <a:lvl5pPr marL="628741" indent="0">
              <a:buNone/>
              <a:defRPr sz="550">
                <a:solidFill>
                  <a:schemeClr val="tx1">
                    <a:tint val="82000"/>
                  </a:schemeClr>
                </a:solidFill>
              </a:defRPr>
            </a:lvl5pPr>
            <a:lvl6pPr marL="785927" indent="0">
              <a:buNone/>
              <a:defRPr sz="550">
                <a:solidFill>
                  <a:schemeClr val="tx1">
                    <a:tint val="82000"/>
                  </a:schemeClr>
                </a:solidFill>
              </a:defRPr>
            </a:lvl6pPr>
            <a:lvl7pPr marL="943112" indent="0">
              <a:buNone/>
              <a:defRPr sz="550">
                <a:solidFill>
                  <a:schemeClr val="tx1">
                    <a:tint val="82000"/>
                  </a:schemeClr>
                </a:solidFill>
              </a:defRPr>
            </a:lvl7pPr>
            <a:lvl8pPr marL="1100298" indent="0">
              <a:buNone/>
              <a:defRPr sz="550">
                <a:solidFill>
                  <a:schemeClr val="tx1">
                    <a:tint val="82000"/>
                  </a:schemeClr>
                </a:solidFill>
              </a:defRPr>
            </a:lvl8pPr>
            <a:lvl9pPr marL="1257483" indent="0">
              <a:buNone/>
              <a:defRPr sz="5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BCFA-0C2E-C7D9-5348-F0BCFCA0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0E73E-1EF6-D7B8-66EF-9DF496EF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CD73-7560-CDD1-3312-AE1AA1F8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345038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5E04-3AE3-A25A-6EC8-B2F45A3A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0FCD-0B45-50B7-E935-318981961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131" y="709965"/>
            <a:ext cx="1781175" cy="1692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DEDBC-D1FB-B9E6-0791-14B901D8E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21694" y="709965"/>
            <a:ext cx="1781175" cy="1692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A3EC2-94A8-DDB2-3043-CEC67133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925BD-0006-1EA9-C764-3881959B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096CA-D0ED-AF46-275E-DEA94D6C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10523977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503A-DEB7-6590-39BB-BE608AD8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7" y="141993"/>
            <a:ext cx="3614738" cy="5154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95270-F28C-A00E-FF8C-6C3060EC9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677" y="653786"/>
            <a:ext cx="1772989" cy="320410"/>
          </a:xfrm>
        </p:spPr>
        <p:txBody>
          <a:bodyPr anchor="b"/>
          <a:lstStyle>
            <a:lvl1pPr marL="0" indent="0">
              <a:buNone/>
              <a:defRPr sz="825" b="1"/>
            </a:lvl1pPr>
            <a:lvl2pPr marL="157185" indent="0">
              <a:buNone/>
              <a:defRPr sz="688" b="1"/>
            </a:lvl2pPr>
            <a:lvl3pPr marL="314371" indent="0">
              <a:buNone/>
              <a:defRPr sz="619" b="1"/>
            </a:lvl3pPr>
            <a:lvl4pPr marL="471556" indent="0">
              <a:buNone/>
              <a:defRPr sz="550" b="1"/>
            </a:lvl4pPr>
            <a:lvl5pPr marL="628741" indent="0">
              <a:buNone/>
              <a:defRPr sz="550" b="1"/>
            </a:lvl5pPr>
            <a:lvl6pPr marL="785927" indent="0">
              <a:buNone/>
              <a:defRPr sz="550" b="1"/>
            </a:lvl6pPr>
            <a:lvl7pPr marL="943112" indent="0">
              <a:buNone/>
              <a:defRPr sz="550" b="1"/>
            </a:lvl7pPr>
            <a:lvl8pPr marL="1100298" indent="0">
              <a:buNone/>
              <a:defRPr sz="550" b="1"/>
            </a:lvl8pPr>
            <a:lvl9pPr marL="1257483" indent="0">
              <a:buNone/>
              <a:defRPr sz="5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5000E-024A-DEB4-607C-7E2C555D2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8677" y="974196"/>
            <a:ext cx="1772989" cy="143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B9A82-FCA2-D1F9-685D-5B84CF20D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21694" y="653786"/>
            <a:ext cx="1781721" cy="320410"/>
          </a:xfrm>
        </p:spPr>
        <p:txBody>
          <a:bodyPr anchor="b"/>
          <a:lstStyle>
            <a:lvl1pPr marL="0" indent="0">
              <a:buNone/>
              <a:defRPr sz="825" b="1"/>
            </a:lvl1pPr>
            <a:lvl2pPr marL="157185" indent="0">
              <a:buNone/>
              <a:defRPr sz="688" b="1"/>
            </a:lvl2pPr>
            <a:lvl3pPr marL="314371" indent="0">
              <a:buNone/>
              <a:defRPr sz="619" b="1"/>
            </a:lvl3pPr>
            <a:lvl4pPr marL="471556" indent="0">
              <a:buNone/>
              <a:defRPr sz="550" b="1"/>
            </a:lvl4pPr>
            <a:lvl5pPr marL="628741" indent="0">
              <a:buNone/>
              <a:defRPr sz="550" b="1"/>
            </a:lvl5pPr>
            <a:lvl6pPr marL="785927" indent="0">
              <a:buNone/>
              <a:defRPr sz="550" b="1"/>
            </a:lvl6pPr>
            <a:lvl7pPr marL="943112" indent="0">
              <a:buNone/>
              <a:defRPr sz="550" b="1"/>
            </a:lvl7pPr>
            <a:lvl8pPr marL="1100298" indent="0">
              <a:buNone/>
              <a:defRPr sz="550" b="1"/>
            </a:lvl8pPr>
            <a:lvl9pPr marL="1257483" indent="0">
              <a:buNone/>
              <a:defRPr sz="5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3A834-52C6-F9D8-7923-4E91974ED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121694" y="974196"/>
            <a:ext cx="1781721" cy="143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D7184-C233-1C15-1B45-16BF0ED53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D7350-CAB1-F620-C9B5-38CFA0BF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9ED59-12C1-F230-A7B0-157E46CC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07843110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F6A51-2FBD-9F43-CA8F-BC98824A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DDA2D-4C32-9CB4-51C4-F803D19C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9BC26-55AC-98B4-9079-34F1C3DD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23D13-C5D2-10E4-D568-EE5B2BAC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2559832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788F5-035B-9C97-7E23-25B02FF2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2FE26-6715-9EBD-7E57-4B0DE752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28B92-CFE5-7D78-AEEC-B2268DDE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21727425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2B03-0A5F-567C-04AB-B96F11B7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8" y="177800"/>
            <a:ext cx="1351706" cy="622300"/>
          </a:xfrm>
        </p:spPr>
        <p:txBody>
          <a:bodyPr anchor="b"/>
          <a:lstStyle>
            <a:lvl1pPr>
              <a:defRPr sz="11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BA69-EC1B-C246-1E80-2D7BA8325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721" y="383999"/>
            <a:ext cx="2121694" cy="1895299"/>
          </a:xfrm>
        </p:spPr>
        <p:txBody>
          <a:bodyPr/>
          <a:lstStyle>
            <a:lvl1pPr>
              <a:defRPr sz="1100"/>
            </a:lvl1pPr>
            <a:lvl2pPr>
              <a:defRPr sz="963"/>
            </a:lvl2pPr>
            <a:lvl3pPr>
              <a:defRPr sz="825"/>
            </a:lvl3pPr>
            <a:lvl4pPr>
              <a:defRPr sz="688"/>
            </a:lvl4pPr>
            <a:lvl5pPr>
              <a:defRPr sz="688"/>
            </a:lvl5pPr>
            <a:lvl6pPr>
              <a:defRPr sz="688"/>
            </a:lvl6pPr>
            <a:lvl7pPr>
              <a:defRPr sz="688"/>
            </a:lvl7pPr>
            <a:lvl8pPr>
              <a:defRPr sz="688"/>
            </a:lvl8pPr>
            <a:lvl9pPr>
              <a:defRPr sz="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8CE2F-A2E3-5633-253F-896529021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8678" y="800100"/>
            <a:ext cx="1351706" cy="1482284"/>
          </a:xfrm>
        </p:spPr>
        <p:txBody>
          <a:bodyPr/>
          <a:lstStyle>
            <a:lvl1pPr marL="0" indent="0">
              <a:buNone/>
              <a:defRPr sz="550"/>
            </a:lvl1pPr>
            <a:lvl2pPr marL="157185" indent="0">
              <a:buNone/>
              <a:defRPr sz="481"/>
            </a:lvl2pPr>
            <a:lvl3pPr marL="314371" indent="0">
              <a:buNone/>
              <a:defRPr sz="413"/>
            </a:lvl3pPr>
            <a:lvl4pPr marL="471556" indent="0">
              <a:buNone/>
              <a:defRPr sz="344"/>
            </a:lvl4pPr>
            <a:lvl5pPr marL="628741" indent="0">
              <a:buNone/>
              <a:defRPr sz="344"/>
            </a:lvl5pPr>
            <a:lvl6pPr marL="785927" indent="0">
              <a:buNone/>
              <a:defRPr sz="344"/>
            </a:lvl6pPr>
            <a:lvl7pPr marL="943112" indent="0">
              <a:buNone/>
              <a:defRPr sz="344"/>
            </a:lvl7pPr>
            <a:lvl8pPr marL="1100298" indent="0">
              <a:buNone/>
              <a:defRPr sz="344"/>
            </a:lvl8pPr>
            <a:lvl9pPr marL="1257483" indent="0">
              <a:buNone/>
              <a:defRPr sz="3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50213-199B-A401-EFE2-79D8D8D3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B5AFD-2D49-30C5-D816-E6CFB7C6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66674-63D1-0E5B-5D89-265D8633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43046717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4164-44B5-FA94-B731-B8A99E03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8" y="177800"/>
            <a:ext cx="1351706" cy="622300"/>
          </a:xfrm>
        </p:spPr>
        <p:txBody>
          <a:bodyPr anchor="b"/>
          <a:lstStyle>
            <a:lvl1pPr>
              <a:defRPr sz="11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4E7EAC-038C-B539-39C0-711539479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81721" y="383999"/>
            <a:ext cx="2121694" cy="1895299"/>
          </a:xfrm>
        </p:spPr>
        <p:txBody>
          <a:bodyPr/>
          <a:lstStyle>
            <a:lvl1pPr marL="0" indent="0">
              <a:buNone/>
              <a:defRPr sz="1100"/>
            </a:lvl1pPr>
            <a:lvl2pPr marL="157185" indent="0">
              <a:buNone/>
              <a:defRPr sz="963"/>
            </a:lvl2pPr>
            <a:lvl3pPr marL="314371" indent="0">
              <a:buNone/>
              <a:defRPr sz="825"/>
            </a:lvl3pPr>
            <a:lvl4pPr marL="471556" indent="0">
              <a:buNone/>
              <a:defRPr sz="688"/>
            </a:lvl4pPr>
            <a:lvl5pPr marL="628741" indent="0">
              <a:buNone/>
              <a:defRPr sz="688"/>
            </a:lvl5pPr>
            <a:lvl6pPr marL="785927" indent="0">
              <a:buNone/>
              <a:defRPr sz="688"/>
            </a:lvl6pPr>
            <a:lvl7pPr marL="943112" indent="0">
              <a:buNone/>
              <a:defRPr sz="688"/>
            </a:lvl7pPr>
            <a:lvl8pPr marL="1100298" indent="0">
              <a:buNone/>
              <a:defRPr sz="688"/>
            </a:lvl8pPr>
            <a:lvl9pPr marL="1257483" indent="0">
              <a:buNone/>
              <a:defRPr sz="688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4FEDB-54D5-D059-7E99-3AEC8003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8678" y="800100"/>
            <a:ext cx="1351706" cy="1482284"/>
          </a:xfrm>
        </p:spPr>
        <p:txBody>
          <a:bodyPr/>
          <a:lstStyle>
            <a:lvl1pPr marL="0" indent="0">
              <a:buNone/>
              <a:defRPr sz="550"/>
            </a:lvl1pPr>
            <a:lvl2pPr marL="157185" indent="0">
              <a:buNone/>
              <a:defRPr sz="481"/>
            </a:lvl2pPr>
            <a:lvl3pPr marL="314371" indent="0">
              <a:buNone/>
              <a:defRPr sz="413"/>
            </a:lvl3pPr>
            <a:lvl4pPr marL="471556" indent="0">
              <a:buNone/>
              <a:defRPr sz="344"/>
            </a:lvl4pPr>
            <a:lvl5pPr marL="628741" indent="0">
              <a:buNone/>
              <a:defRPr sz="344"/>
            </a:lvl5pPr>
            <a:lvl6pPr marL="785927" indent="0">
              <a:buNone/>
              <a:defRPr sz="344"/>
            </a:lvl6pPr>
            <a:lvl7pPr marL="943112" indent="0">
              <a:buNone/>
              <a:defRPr sz="344"/>
            </a:lvl7pPr>
            <a:lvl8pPr marL="1100298" indent="0">
              <a:buNone/>
              <a:defRPr sz="344"/>
            </a:lvl8pPr>
            <a:lvl9pPr marL="1257483" indent="0">
              <a:buNone/>
              <a:defRPr sz="3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7BBDF-774D-B7D6-4D40-07EA4DEF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FE8A3-B55D-CEF6-9D5D-AEE9902E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29424-3E60-8287-8E2D-B1F8613B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780944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312A-8189-FF45-91EB-B1B01169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2EA34-CA70-2652-FC24-02BFA347E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45962-91C9-934A-B555-53032754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30B79-EF10-2FB2-E54A-A5D683E0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00144-8AE2-F6EB-C032-85B7F4CC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083428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714CA-DD24-C094-B055-462952E99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999185" y="141993"/>
            <a:ext cx="903684" cy="22601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64DCC-918F-892D-A838-31AA9599E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88131" y="141993"/>
            <a:ext cx="2658666" cy="22601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C263-A1B1-00FE-1F32-6EBE2009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F8149-BDA8-2FC4-704E-705961B2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287A-D802-F8F3-BA70-E3D3F895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777619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hit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571B-404D-4047-A2DD-1F2537747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213" y="504000"/>
            <a:ext cx="2475000" cy="168000"/>
          </a:xfrm>
        </p:spPr>
        <p:txBody>
          <a:bodyPr anchor="t" anchorCtr="0"/>
          <a:lstStyle>
            <a:lvl1pPr algn="l">
              <a:defRPr sz="3000" b="1">
                <a:solidFill>
                  <a:schemeClr val="tx1"/>
                </a:solidFill>
                <a:latin typeface="Mulish ExtraBold Roman" pitchFamily="2" charset="0"/>
              </a:defRPr>
            </a:lvl1pPr>
          </a:lstStyle>
          <a:p>
            <a:r>
              <a:rPr lang="en-GB"/>
              <a:t>Headline here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B977C-59A2-9D43-8E3B-2C6832C5E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213" y="686000"/>
            <a:ext cx="2475000" cy="1680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Subheading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30FABB7-A8AF-DB45-B563-EC09E9874B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213" y="914200"/>
            <a:ext cx="1237500" cy="112000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GB"/>
              <a:t>Author or date here</a:t>
            </a:r>
          </a:p>
        </p:txBody>
      </p:sp>
    </p:spTree>
    <p:extLst>
      <p:ext uri="{BB962C8B-B14F-4D97-AF65-F5344CB8AC3E}">
        <p14:creationId xmlns:p14="http://schemas.microsoft.com/office/powerpoint/2010/main" val="394433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989A8-0A65-4A88-0EF6-580D3734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31" y="141993"/>
            <a:ext cx="3614738" cy="515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B116D-E034-DD82-4AF8-612854847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131" y="709965"/>
            <a:ext cx="3614738" cy="169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D0BCB-D501-079D-17DE-F5041FA94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8131" y="2471914"/>
            <a:ext cx="942975" cy="141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73C5E-16BB-4C7B-96C3-67335AA6616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4B645-C382-AEC9-C593-05E41EF61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8269" y="2471914"/>
            <a:ext cx="1414463" cy="141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D41B7-BDAE-6A08-3A83-2A5296585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59894" y="2471914"/>
            <a:ext cx="942975" cy="141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FC337-94FD-284C-ABB6-411F188982C7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24411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 dt="0"/>
  <p:txStyles>
    <p:titleStyle>
      <a:lvl1pPr algn="l" defTabSz="314371" rtl="0" eaLnBrk="1" latinLnBrk="0" hangingPunct="1">
        <a:lnSpc>
          <a:spcPct val="90000"/>
        </a:lnSpc>
        <a:spcBef>
          <a:spcPct val="0"/>
        </a:spcBef>
        <a:buNone/>
        <a:defRPr sz="15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593" indent="-78593" algn="l" defTabSz="314371" rtl="0" eaLnBrk="1" latinLnBrk="0" hangingPunct="1">
        <a:lnSpc>
          <a:spcPct val="90000"/>
        </a:lnSpc>
        <a:spcBef>
          <a:spcPts val="344"/>
        </a:spcBef>
        <a:buFont typeface="Arial" panose="020B0604020202020204" pitchFamily="34" charset="0"/>
        <a:buChar char="•"/>
        <a:defRPr sz="963" kern="1200">
          <a:solidFill>
            <a:schemeClr val="tx1"/>
          </a:solidFill>
          <a:latin typeface="+mn-lt"/>
          <a:ea typeface="+mn-ea"/>
          <a:cs typeface="+mn-cs"/>
        </a:defRPr>
      </a:lvl1pPr>
      <a:lvl2pPr marL="235778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825" kern="1200">
          <a:solidFill>
            <a:schemeClr val="tx1"/>
          </a:solidFill>
          <a:latin typeface="+mn-lt"/>
          <a:ea typeface="+mn-ea"/>
          <a:cs typeface="+mn-cs"/>
        </a:defRPr>
      </a:lvl2pPr>
      <a:lvl3pPr marL="392963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688" kern="1200">
          <a:solidFill>
            <a:schemeClr val="tx1"/>
          </a:solidFill>
          <a:latin typeface="+mn-lt"/>
          <a:ea typeface="+mn-ea"/>
          <a:cs typeface="+mn-cs"/>
        </a:defRPr>
      </a:lvl3pPr>
      <a:lvl4pPr marL="550149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619" kern="1200">
          <a:solidFill>
            <a:schemeClr val="tx1"/>
          </a:solidFill>
          <a:latin typeface="+mn-lt"/>
          <a:ea typeface="+mn-ea"/>
          <a:cs typeface="+mn-cs"/>
        </a:defRPr>
      </a:lvl4pPr>
      <a:lvl5pPr marL="707334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619" kern="1200">
          <a:solidFill>
            <a:schemeClr val="tx1"/>
          </a:solidFill>
          <a:latin typeface="+mn-lt"/>
          <a:ea typeface="+mn-ea"/>
          <a:cs typeface="+mn-cs"/>
        </a:defRPr>
      </a:lvl5pPr>
      <a:lvl6pPr marL="864519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619" kern="1200">
          <a:solidFill>
            <a:schemeClr val="tx1"/>
          </a:solidFill>
          <a:latin typeface="+mn-lt"/>
          <a:ea typeface="+mn-ea"/>
          <a:cs typeface="+mn-cs"/>
        </a:defRPr>
      </a:lvl6pPr>
      <a:lvl7pPr marL="1021705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619" kern="1200">
          <a:solidFill>
            <a:schemeClr val="tx1"/>
          </a:solidFill>
          <a:latin typeface="+mn-lt"/>
          <a:ea typeface="+mn-ea"/>
          <a:cs typeface="+mn-cs"/>
        </a:defRPr>
      </a:lvl7pPr>
      <a:lvl8pPr marL="1178890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619" kern="1200">
          <a:solidFill>
            <a:schemeClr val="tx1"/>
          </a:solidFill>
          <a:latin typeface="+mn-lt"/>
          <a:ea typeface="+mn-ea"/>
          <a:cs typeface="+mn-cs"/>
        </a:defRPr>
      </a:lvl8pPr>
      <a:lvl9pPr marL="1336076" indent="-78593" algn="l" defTabSz="314371" rtl="0" eaLnBrk="1" latinLnBrk="0" hangingPunct="1">
        <a:lnSpc>
          <a:spcPct val="90000"/>
        </a:lnSpc>
        <a:spcBef>
          <a:spcPts val="172"/>
        </a:spcBef>
        <a:buFont typeface="Arial" panose="020B0604020202020204" pitchFamily="34" charset="0"/>
        <a:buChar char="•"/>
        <a:defRPr sz="6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1pPr>
      <a:lvl2pPr marL="157185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2pPr>
      <a:lvl3pPr marL="314371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3pPr>
      <a:lvl4pPr marL="471556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4pPr>
      <a:lvl5pPr marL="628741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5pPr>
      <a:lvl6pPr marL="785927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6pPr>
      <a:lvl7pPr marL="943112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7pPr>
      <a:lvl8pPr marL="1100298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8pPr>
      <a:lvl9pPr marL="1257483" algn="l" defTabSz="314371" rtl="0" eaLnBrk="1" latinLnBrk="0" hangingPunct="1">
        <a:defRPr sz="6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0" userDrawn="1">
          <p15:clr>
            <a:srgbClr val="F26B43"/>
          </p15:clr>
        </p15:guide>
        <p15:guide id="2" pos="1320" userDrawn="1">
          <p15:clr>
            <a:srgbClr val="F26B43"/>
          </p15:clr>
        </p15:guide>
        <p15:guide id="3" pos="96" userDrawn="1">
          <p15:clr>
            <a:srgbClr val="F26B43"/>
          </p15:clr>
        </p15:guide>
        <p15:guide id="4" pos="2544" userDrawn="1">
          <p15:clr>
            <a:srgbClr val="F26B43"/>
          </p15:clr>
        </p15:guide>
        <p15:guide id="5" orient="horz" pos="1554" userDrawn="1">
          <p15:clr>
            <a:srgbClr val="F26B43"/>
          </p15:clr>
        </p15:guide>
        <p15:guide id="6" orient="horz" pos="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67000">
              <a:srgbClr val="1B234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179FB7-A2B6-1611-FE0A-995FE14DA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43" b="14256"/>
          <a:stretch>
            <a:fillRect/>
          </a:stretch>
        </p:blipFill>
        <p:spPr>
          <a:xfrm>
            <a:off x="218908" y="321332"/>
            <a:ext cx="1009817" cy="4505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A3571F-DEB4-11BD-A512-B48ACD044008}"/>
              </a:ext>
            </a:extLst>
          </p:cNvPr>
          <p:cNvSpPr txBox="1"/>
          <p:nvPr/>
        </p:nvSpPr>
        <p:spPr>
          <a:xfrm>
            <a:off x="152233" y="1622649"/>
            <a:ext cx="2986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2BB4AC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SpotBoard</a:t>
            </a:r>
          </a:p>
          <a:p>
            <a:r>
              <a:rPr lang="en-GB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Save time</a:t>
            </a:r>
          </a:p>
          <a:p>
            <a:r>
              <a:rPr lang="en-GB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Save your spots!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A45299-E59A-CE07-2E79-966D2C158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163" y="434752"/>
            <a:ext cx="1267870" cy="11878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F5E456-EEE9-D7ED-6968-519BFF902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471" y="703371"/>
            <a:ext cx="1460510" cy="12602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5F6595-AB87-AB85-DBFF-3CF3473DE1F5}"/>
              </a:ext>
            </a:extLst>
          </p:cNvPr>
          <p:cNvSpPr txBox="1"/>
          <p:nvPr/>
        </p:nvSpPr>
        <p:spPr>
          <a:xfrm>
            <a:off x="218908" y="44333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latin typeface="Segoe UI" panose="020B0502040204020203" pitchFamily="34" charset="0"/>
                <a:cs typeface="Segoe UI" panose="020B0502040204020203" pitchFamily="34" charset="0"/>
              </a:rPr>
              <a:t>Click to save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7C964A-2760-F828-418B-A6EEEA08C60F}"/>
              </a:ext>
            </a:extLst>
          </p:cNvPr>
          <p:cNvSpPr txBox="1"/>
          <p:nvPr/>
        </p:nvSpPr>
        <p:spPr>
          <a:xfrm>
            <a:off x="1366871" y="44333"/>
            <a:ext cx="11961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latin typeface="Segoe UI" panose="020B0502040204020203" pitchFamily="34" charset="0"/>
                <a:cs typeface="Segoe UI" panose="020B0502040204020203" pitchFamily="34" charset="0"/>
              </a:rPr>
              <a:t>Select your spots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5EA833-CE04-B12A-6BB2-BAE479C5E471}"/>
              </a:ext>
            </a:extLst>
          </p:cNvPr>
          <p:cNvSpPr txBox="1"/>
          <p:nvPr/>
        </p:nvSpPr>
        <p:spPr>
          <a:xfrm>
            <a:off x="2636184" y="44333"/>
            <a:ext cx="14750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latin typeface="Segoe UI" panose="020B0502040204020203" pitchFamily="34" charset="0"/>
                <a:cs typeface="Segoe UI" panose="020B0502040204020203" pitchFamily="34" charset="0"/>
              </a:rPr>
              <a:t>On your board</a:t>
            </a:r>
          </a:p>
          <a:p>
            <a:r>
              <a:rPr lang="en-GB" sz="1050" dirty="0">
                <a:latin typeface="Segoe UI" panose="020B0502040204020203" pitchFamily="34" charset="0"/>
                <a:cs typeface="Segoe UI" panose="020B0502040204020203" pitchFamily="34" charset="0"/>
              </a:rPr>
              <a:t>Update when you like</a:t>
            </a:r>
          </a:p>
        </p:txBody>
      </p:sp>
    </p:spTree>
    <p:extLst>
      <p:ext uri="{BB962C8B-B14F-4D97-AF65-F5344CB8AC3E}">
        <p14:creationId xmlns:p14="http://schemas.microsoft.com/office/powerpoint/2010/main" val="1838862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20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Mulish ExtraBold Roman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Manasak Bantalapichai</dc:creator>
  <cp:lastModifiedBy>Manasak Bantalapichai</cp:lastModifiedBy>
  <cp:revision>1</cp:revision>
  <dcterms:created xsi:type="dcterms:W3CDTF">2025-12-28T21:27:48Z</dcterms:created>
  <dcterms:modified xsi:type="dcterms:W3CDTF">2025-12-28T23:21:28Z</dcterms:modified>
</cp:coreProperties>
</file>